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FATEC SOROCABA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DO DADO BRUTO À DECISÃO</a:t>
            </a:r>
          </a:p>
          <a:p>
            <a:pPr>
              <a:spcBef>
                <a:spcPts val="600"/>
              </a:spcBef>
              <a:defRPr sz="1600">
                <a:solidFill>
                  <a:srgbClr val="34D399"/>
                </a:solidFill>
                <a:latin typeface="Arial"/>
              </a:defRPr>
            </a:pPr>
            <a:r>
              <a:t>Data Warehouse + ETL + API + Python | Qualidade do Ar em Cidades Brasileiras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  <a:latin typeface="Arial"/>
              </a:defRPr>
            </a:pPr>
            <a:br/>
            <a:r>
              <a:t>INTEGRANTES DO GRUPO:</a:t>
            </a:r>
            <a:br/>
            <a:r>
              <a:t>• Andreus Vinícius Araújo de Andrade</a:t>
            </a:r>
            <a:br/>
            <a:r>
              <a:t>• Arthur do Amaral Barreto</a:t>
            </a:r>
            <a:br/>
            <a:r>
              <a:t>• Cauã de Andrade Nogueira</a:t>
            </a:r>
            <a:br/>
            <a:r>
              <a:t>• Gabriel Fonseca de Lemos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br/>
            <a:r>
              <a:t>Disciplina: Business Intelligence e Big Data | Orientador: Prof. Bruno Aguilar da Cunha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Situação-Problema &amp; Fonte de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00D2FF"/>
                </a:solidFill>
                <a:latin typeface="Arial"/>
              </a:defRPr>
            </a:pPr>
            <a:r>
              <a:t>A Situação-Problema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Uma empresa pretende realizar eventos em diferentes cidades brasileiras.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Necessidade: Comparar condições ambientais históricas de qualidade do ar antes de definir datas e locais.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Objetivo: Construir um Data Warehouse dimensional a partir de dados reais extraídos via API pública.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 Fonte de Dados &amp; Staging Area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API Utilizada: Open-Meteo Air Quality (endpoint público gratuito).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Cidades Monitoradas: Sorocaba (SP), Olinda (PE), Ourinhos (SP) e São Paulo (SP).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Período: 01/07/2025 a 31/07/2025 (2.976 registros horários brutos).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Staging Area: Preservação integral no arquivo 'staging_qualidade_ar.csv' para auditabilidade.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Transformação de Dados &amp; Mudança de Grão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00D2FF"/>
                </a:solidFill>
                <a:latin typeface="Arial"/>
              </a:defRPr>
            </a:pPr>
            <a:r>
              <a:t>1. Limpeza &amp; Tratamento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Conversão de tipos de colunas para datetime e numérico (pd.to_numeric).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Imputação de valores nulos utilizando a mediana por cidade.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Deduplicação de registros com drop_duplicates(subset=['cidade', 'data']).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 2. Mudança de Grão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Entrada: 2.976 registros horários (extraídos hora a hora).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Agregação em Pandas:</a:t>
            </a:r>
            <a:br/>
            <a:r>
              <a:t>groupby(['cidade', 'data']).agg(...)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Saída: 124 registros sintetizados no Grão Diário (4 cidades × 31 dias).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rPr lang="pt-BR"/>
              <a:t>3</a:t>
            </a:r>
            <a:r>
              <a:t>. Métricas Derivadas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Médias diárias de PM2.5, PM10, Ozônio (O3) e NO2.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Maior valor do US AQI registrado no dia.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horas_aqi_ruim: Qtd de horas no dia com US AQI &gt; 50.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dia_qualidade_ruim: Flag binária (0 ou 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Modelagem Dimensional &amp; Banco SQLite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00D2FF"/>
                </a:solidFill>
                <a:latin typeface="Arial"/>
              </a:defRPr>
            </a:pPr>
            <a:r>
              <a:t> Arquitetura Star Schema (Modelo Estrela)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Grão Declarado: 'Uma linha para cada cidade em cada dia'.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DIM_TEMPO: Atributos de calendário, dia da semana em português e flag de fim de semana.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DIM_LOCAL: Dados geográficos de Sorocaba, Olinda, Ourinhos e São Paulo.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FATO_QUALIDADE_AR_DIARIO: Chaves estrangeiras e medidas numéricas diárias (124 linhas).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Chaves Substitutas &amp; Integridade SQLite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Surrogate Keys: tempo_sk (YYYYMMDD) e local_sk (1 a 4) numéricos inteiros.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Vantagem: Desacopla o DW das fontes operacionais e acelera o desempenho das consultas SQL.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Banco SQLite: dw_qualidade_ar.db com PRAGMA foreign_keys = 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Integridade Referencial: Validada via PRAGMA foreign_key_check (0 erros em 124 linhas).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Consultas SQL Analíticas: Ranking de Poluição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Cidade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UF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Média PM2.5 (µg/m³)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Pico Máximo US AQI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Horas Insalubres (AQI &gt; 50)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São Paulo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26,62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184,0 (Insalubre)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630 h (28 dias)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Ourinhos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11,04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78,0 (Moderado)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437 h (27 dias)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Sorocaba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10,61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113,0 (Insalubre p/ Sensíveis)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453 h (24 dias)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Olinda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6,22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44,0 (Bom / Excelente)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0 h (0 dias)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 Destaques das Consultas SQL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Olinda (PE) apresentou a melhor qualidade do ar do estudo com ZERO horas de poluição insalubre no mês inteiro.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São Paulo (SP) registrou o pior cenário com 630 horas de ar insalubre e pico crítico de US AQI 184.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Padrões Analíticos: Dias Úteis vs. Finais de Semana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00D2FF"/>
                </a:solidFill>
                <a:latin typeface="Arial"/>
              </a:defRPr>
            </a:pPr>
            <a:r>
              <a:t>Aumento de Poluição nos Finais de Semana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Sorocaba (SP):</a:t>
            </a:r>
            <a:br/>
            <a:r>
              <a:t>  - Dias Úteis: 9,62 µg/m³ (PM2.5)</a:t>
            </a:r>
            <a:br/>
            <a:r>
              <a:t>  - Finais de Semana: 13,44 µg/m³ (+39,7% ⬆️)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Ourinhos (SP):</a:t>
            </a:r>
            <a:br/>
            <a:r>
              <a:t>  - Dias Úteis: 10,03 µg/m³ (PM2.5)</a:t>
            </a:r>
            <a:br/>
            <a:r>
              <a:t>  - Finais de Semana: 13,92 µg/m³ (+38,8% ⬆️)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São Paulo (SP):</a:t>
            </a:r>
            <a:br/>
            <a:r>
              <a:t>  - Dias Úteis: 24,08 µg/m³ → Finais de Semana: 33,91 µg/m³ (+40,8% ⬆️)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 Explicação Causal &amp; Comportamental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Tráfego Rodoviário de Lazer: Intenso deslocamento de veículos nas rodovias paulistas (Castello Branco e Raposo Tavares) aos sábados e domingos.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Inversão Térmica de Inverno: Fenômeno meteorológico de julho no Sudeste que aprisiona poluentes nas camadas baixas da atmosfera.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Estabilidade em Olinda: Mantém poluição constante e baixa (~6 µg/m³) devido à dispersão contínua por ventos marítimos.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BUSINESS INTELLIGENCE &amp;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Tomada de Decisão Gerencial para a Empresa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rPr lang="pt-BR"/>
              <a:t>D</a:t>
            </a:r>
            <a:r>
              <a:t>ecisão 1: Priorizar Olinda (PE) para Maratonas e Eventos Outdoor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Olinda apresentou ar excelente (média PM2.5 de 6,22 µg/m³ e 0h de ar insalubre). Cidade altamente recomendada para provas esportivas e festivais ao ar livre.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00D2FF"/>
                </a:solidFill>
                <a:latin typeface="Arial"/>
              </a:defRPr>
            </a:pPr>
            <a:r>
              <a:t> Decisão 2: Planejamento em Sorocaba e Ourinhos em Dias Úteis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Como a poluição sobe cerca de 40% nos finais de semana no interior de SP, eventos voltados para idosos e crianças devem ocorrer preferencialmente de segunda a sexta.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F43F5E"/>
                </a:solidFill>
                <a:latin typeface="Arial"/>
              </a:defRPr>
            </a:pPr>
            <a:r>
              <a:t>️ Decisão 3: Restrições a Eventos Abertos em São Paulo em Julho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São Paulo registrou pico de AQI 184 (categoria insalubre). Eventos na capital no mês de julho devem ocorrer obrigatoriamente em locais fechados ou climatizados.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400" b="1">
                <a:solidFill>
                  <a:srgbClr val="00D2FF"/>
                </a:solidFill>
                <a:latin typeface="Arial"/>
              </a:defRPr>
            </a:pPr>
            <a:r>
              <a:t>OBRIGADO!</a:t>
            </a:r>
          </a:p>
          <a:p>
            <a:pPr algn="ctr">
              <a:spcBef>
                <a:spcPts val="15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Do Dado Bruto à Decisão: Conclusão da Esteira ETL &amp; Data Warehouse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34D399"/>
                </a:solidFill>
                <a:latin typeface="Arial"/>
              </a:defRPr>
            </a:pPr>
            <a:br/>
            <a:r>
              <a:t>Integrantes do Grupo:</a:t>
            </a:r>
            <a:br/>
            <a:r>
              <a:t>Andreus Vinícius | Arthur do Amaral | Cauã de Andrade | Gabriel Fonseca</a:t>
            </a:r>
            <a:br/>
            <a:br/>
            <a:r>
              <a:t>Fatec Sorocaba - Prof. Dr. Bruno Aguilar da Cunha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4975</Words>
  <Application>WPS Presentation</Application>
  <PresentationFormat>On-screen Show (4:3)</PresentationFormat>
  <Paragraphs>146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Arial</vt:lpstr>
      <vt:lpstr>DejaVu Sans</vt:lpstr>
      <vt:lpstr>Microsoft YaHei</vt:lpstr>
      <vt:lpstr>文泉驿正黑</vt:lpstr>
      <vt:lpstr>Arial Unicode MS</vt:lpstr>
      <vt:lpstr>Calibri</vt:lpstr>
      <vt:lpstr>Fira Sans</vt:lpstr>
      <vt:lpstr>Noto Sans Symbols 2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andreus</cp:lastModifiedBy>
  <cp:revision>3</cp:revision>
  <dcterms:created xsi:type="dcterms:W3CDTF">2026-09-03T13:46:37Z</dcterms:created>
  <dcterms:modified xsi:type="dcterms:W3CDTF">2026-09-03T13:46:37Z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